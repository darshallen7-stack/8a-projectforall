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4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B4585-6393-4C3B-A20A-017DC48035D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045DB-0EF0-4C22-BBB9-49C405AA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5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045DB-0EF0-4C22-BBB9-49C405AAA5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2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634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6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3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9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8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3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2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3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6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4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28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2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19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4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4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65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9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9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B111-359D-43B9-982C-D06C1B07C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Indian culture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F7190-B71B-46AA-BAFE-B742AC145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Unity in Diversity, Pride in Tradition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E5185-75EC-4435-B2AB-7CCCA5325AA9}"/>
              </a:ext>
            </a:extLst>
          </p:cNvPr>
          <p:cNvSpPr txBox="1"/>
          <p:nvPr/>
        </p:nvSpPr>
        <p:spPr>
          <a:xfrm>
            <a:off x="149629" y="473096"/>
            <a:ext cx="249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Presented By:</a:t>
            </a:r>
          </a:p>
          <a:p>
            <a:r>
              <a:rPr lang="en-US" dirty="0">
                <a:highlight>
                  <a:srgbClr val="C0C0C0"/>
                </a:highlight>
              </a:rPr>
              <a:t>Adheesh &amp; Vivaan  </a:t>
            </a:r>
          </a:p>
        </p:txBody>
      </p:sp>
    </p:spTree>
    <p:extLst>
      <p:ext uri="{BB962C8B-B14F-4D97-AF65-F5344CB8AC3E}">
        <p14:creationId xmlns:p14="http://schemas.microsoft.com/office/powerpoint/2010/main" val="2169901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3000" dirty="0"/>
              <a:t>India is known for its rich and diverse culture.</a:t>
            </a:r>
          </a:p>
          <a:p>
            <a:r>
              <a:rPr sz="3000" dirty="0"/>
              <a:t>It is a mix of traditions, languages, and lifestyles.</a:t>
            </a:r>
          </a:p>
          <a:p>
            <a:r>
              <a:rPr sz="3000" dirty="0"/>
              <a:t>Indian culture is unique and respected worldwide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Diversity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India has many languages, religions, and traditions.</a:t>
            </a:r>
          </a:p>
          <a:p>
            <a:r>
              <a:rPr sz="2800" dirty="0"/>
              <a:t>Each state has its own culture.</a:t>
            </a:r>
          </a:p>
          <a:p>
            <a:r>
              <a:rPr sz="2800" dirty="0"/>
              <a:t>Unity in diversity makes India special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Festivals of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India celebrates many festivals like Diwali, Holi, Eid, and Christmas.</a:t>
            </a:r>
          </a:p>
          <a:p>
            <a:r>
              <a:rPr sz="2800" dirty="0"/>
              <a:t>Festivals bring happiness and unity.</a:t>
            </a:r>
          </a:p>
          <a:p>
            <a:r>
              <a:rPr sz="2800" dirty="0"/>
              <a:t>People celebrate together with joy.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Values and Traditions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Respect for elders is an important value.</a:t>
            </a:r>
          </a:p>
          <a:p>
            <a:r>
              <a:rPr sz="2800" dirty="0"/>
              <a:t>Greeting with 'Namaste'.</a:t>
            </a:r>
          </a:p>
          <a:p>
            <a:r>
              <a:rPr sz="2800" dirty="0"/>
              <a:t>Helping others and kindness are key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Indian food is famous worldwide.</a:t>
            </a:r>
          </a:p>
          <a:p>
            <a:r>
              <a:rPr sz="2800" dirty="0"/>
              <a:t>Different regions have different dishes.</a:t>
            </a:r>
          </a:p>
          <a:p>
            <a:r>
              <a:rPr sz="2800" dirty="0"/>
              <a:t>Spices make Indian food unique and tasty.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Clothing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Traditional clothes include saree, kurta, lehenga.</a:t>
            </a:r>
          </a:p>
          <a:p>
            <a:r>
              <a:rPr sz="2800" dirty="0"/>
              <a:t>Clothing varies from region to region.</a:t>
            </a:r>
          </a:p>
          <a:p>
            <a:r>
              <a:rPr sz="2800" dirty="0"/>
              <a:t>They are colorful and beautiful.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Indian culture is rich and diverse.</a:t>
            </a:r>
          </a:p>
          <a:p>
            <a:r>
              <a:rPr sz="2800" dirty="0"/>
              <a:t>It teaches values and unity.</a:t>
            </a:r>
          </a:p>
          <a:p>
            <a:r>
              <a:rPr sz="2800" dirty="0"/>
              <a:t>That is why we love Indian culture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57</TotalTime>
  <Words>194</Words>
  <Application>Microsoft Office PowerPoint</Application>
  <PresentationFormat>On-screen Show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Impact</vt:lpstr>
      <vt:lpstr>Main Event</vt:lpstr>
      <vt:lpstr>Indian culture</vt:lpstr>
      <vt:lpstr>Introduction</vt:lpstr>
      <vt:lpstr>Diversity in India</vt:lpstr>
      <vt:lpstr>Festivals of India</vt:lpstr>
      <vt:lpstr>Values and Traditions</vt:lpstr>
      <vt:lpstr>Indian Food</vt:lpstr>
      <vt:lpstr>Traditional Clothing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culture</dc:title>
  <dc:subject/>
  <dc:creator/>
  <cp:keywords/>
  <dc:description>generated using python-pptx</dc:description>
  <cp:lastModifiedBy>Dr. Kalmadi Shamarao High School</cp:lastModifiedBy>
  <cp:revision>9</cp:revision>
  <dcterms:created xsi:type="dcterms:W3CDTF">2013-01-27T09:14:16Z</dcterms:created>
  <dcterms:modified xsi:type="dcterms:W3CDTF">2026-04-16T06:13:29Z</dcterms:modified>
  <cp:category/>
</cp:coreProperties>
</file>