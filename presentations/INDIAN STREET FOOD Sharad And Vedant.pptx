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61" r:id="rId4"/>
    <p:sldId id="280" r:id="rId5"/>
    <p:sldId id="273" r:id="rId6"/>
  </p:sldIdLst>
  <p:sldSz cx="12188825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1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16" autoAdjust="0"/>
  </p:normalViewPr>
  <p:slideViewPr>
    <p:cSldViewPr showGuides="1">
      <p:cViewPr varScale="1">
        <p:scale>
          <a:sx n="89" d="100"/>
          <a:sy n="89" d="100"/>
        </p:scale>
        <p:origin x="522" y="7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701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5" d="100"/>
          <a:sy n="65" d="100"/>
        </p:scale>
        <p:origin x="279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6D341-6D40-498C-B355-1A6B10FB4029}" type="datetimeFigureOut">
              <a:rPr lang="en-US"/>
              <a:t>4/16/2026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86A95-D0A4-44B9-98DA-3665758D826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4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E7497-3723-4859-BCC5-41DA474F1359}" type="datetimeFigureOut">
              <a:rPr lang="en-US"/>
              <a:t>4/16/2026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821A9-1C31-4760-BDBC-9A0BA471B1B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16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To replace a picture, just select and delete it. Then use the Insert Picture icon to replace it with one of your 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821A9-1C31-4760-BDBC-9A0BA471B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2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7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1643064"/>
            <a:ext cx="9144002" cy="2928936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572000"/>
            <a:ext cx="9144000" cy="106679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259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4843464"/>
            <a:ext cx="9144002" cy="947736"/>
          </a:xfrm>
        </p:spPr>
        <p:txBody>
          <a:bodyPr>
            <a:norm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791200"/>
            <a:ext cx="9144000" cy="457200"/>
          </a:xfrm>
        </p:spPr>
        <p:txBody>
          <a:bodyPr wrap="square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Rectangle 7"/>
          <p:cNvSpPr/>
          <p:nvPr/>
        </p:nvSpPr>
        <p:spPr bwMode="gray">
          <a:xfrm rot="185582">
            <a:off x="1414576" y="762623"/>
            <a:ext cx="2947013" cy="368446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 bwMode="gray">
          <a:xfrm>
            <a:off x="1634550" y="917753"/>
            <a:ext cx="2592388" cy="3314700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" name="Rectangle 6"/>
          <p:cNvSpPr/>
          <p:nvPr/>
        </p:nvSpPr>
        <p:spPr bwMode="gray">
          <a:xfrm rot="120000">
            <a:off x="4600738" y="740343"/>
            <a:ext cx="2947013" cy="368446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4"/>
          </p:nvPr>
        </p:nvSpPr>
        <p:spPr bwMode="gray">
          <a:xfrm>
            <a:off x="4787507" y="917753"/>
            <a:ext cx="2592388" cy="3314700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 bwMode="gray">
          <a:xfrm rot="21480000">
            <a:off x="7775260" y="727477"/>
            <a:ext cx="2947013" cy="368446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 bwMode="gray">
          <a:xfrm>
            <a:off x="7940463" y="917753"/>
            <a:ext cx="2592388" cy="3314701"/>
          </a:xfrm>
          <a:solidFill>
            <a:schemeClr val="bg1">
              <a:lumMod val="95000"/>
            </a:schemeClr>
          </a:solidFill>
          <a:ln w="152400">
            <a:solidFill>
              <a:schemeClr val="bg1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100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lternate Title Slide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4843464"/>
            <a:ext cx="9144002" cy="947736"/>
          </a:xfrm>
        </p:spPr>
        <p:txBody>
          <a:bodyPr>
            <a:normAutofit/>
          </a:bodyPr>
          <a:lstStyle>
            <a:lvl1pPr algn="ctr">
              <a:lnSpc>
                <a:spcPct val="80000"/>
              </a:lnSpc>
              <a:defRPr sz="5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791200"/>
            <a:ext cx="9144000" cy="457200"/>
          </a:xfrm>
        </p:spPr>
        <p:txBody>
          <a:bodyPr wrap="square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1853090" y="685800"/>
            <a:ext cx="2743200" cy="3913632"/>
          </a:xfrm>
          <a:solidFill>
            <a:schemeClr val="bg1">
              <a:lumMod val="95000"/>
            </a:schemeClr>
          </a:solidFill>
          <a:ln w="1270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2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4"/>
          </p:nvPr>
        </p:nvSpPr>
        <p:spPr>
          <a:xfrm>
            <a:off x="4722812" y="685800"/>
            <a:ext cx="2743200" cy="3913632"/>
          </a:xfrm>
          <a:solidFill>
            <a:schemeClr val="bg1">
              <a:lumMod val="95000"/>
            </a:schemeClr>
          </a:solidFill>
          <a:ln w="1270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lIns="91440" tIns="457200" rIns="91440" bIns="45720" rtlCol="0">
            <a:normAutofit/>
          </a:bodyPr>
          <a:lstStyle>
            <a:lvl1pPr marL="0" indent="-228600" algn="ctr">
              <a:buNone/>
              <a:defRPr/>
            </a:lvl1pPr>
          </a:lstStyle>
          <a:p>
            <a:pPr marL="45720" lvl="0" indent="0" algn="ctr"/>
            <a:r>
              <a:rPr lang="en-US"/>
              <a:t>Click icon to add picture</a:t>
            </a:r>
            <a:endParaRPr/>
          </a:p>
        </p:txBody>
      </p:sp>
      <p:sp>
        <p:nvSpPr>
          <p:cNvPr id="13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>
          <a:xfrm>
            <a:off x="7592534" y="685800"/>
            <a:ext cx="2743200" cy="3913632"/>
          </a:xfrm>
          <a:solidFill>
            <a:schemeClr val="bg1">
              <a:lumMod val="95000"/>
            </a:schemeClr>
          </a:solidFill>
          <a:ln w="1270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lIns="91440" tIns="457200" rIns="91440" bIns="45720" rtlCol="0">
            <a:normAutofit/>
          </a:bodyPr>
          <a:lstStyle>
            <a:lvl1pPr marL="0" indent="-228600" algn="ctr">
              <a:buNone/>
              <a:defRPr/>
            </a:lvl1pPr>
          </a:lstStyle>
          <a:p>
            <a:pPr marL="45720" lvl="0" indent="0" algn="ctr"/>
            <a:r>
              <a:rPr lang="en-US"/>
              <a:t>Click icon to add picture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60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188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2159492" y="0"/>
            <a:ext cx="934512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524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5612" y="319088"/>
            <a:ext cx="767080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Rectangle 11"/>
          <p:cNvSpPr/>
          <p:nvPr/>
        </p:nvSpPr>
        <p:spPr bwMode="gray">
          <a:xfrm rot="21379692">
            <a:off x="322262" y="211183"/>
            <a:ext cx="1542449" cy="2051702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 bwMode="gray">
          <a:xfrm rot="180000">
            <a:off x="357415" y="280969"/>
            <a:ext cx="1446157" cy="1965874"/>
          </a:xfr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  <a:miter lim="800000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tIns="182880">
            <a:normAutofit/>
          </a:bodyPr>
          <a:lstStyle>
            <a:lvl1pPr marL="4572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612" y="1643063"/>
            <a:ext cx="7670802" cy="4529137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23098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3522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9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643064"/>
            <a:ext cx="9144002" cy="2928936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6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572000"/>
            <a:ext cx="9144000" cy="1066799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33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2" y="1643063"/>
            <a:ext cx="4480560" cy="45291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5854" y="1643063"/>
            <a:ext cx="4480560" cy="45291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26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624372"/>
            <a:ext cx="4480560" cy="73782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438400"/>
            <a:ext cx="4480560" cy="37337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5854" y="1624372"/>
            <a:ext cx="4480560" cy="73782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5854" y="2438400"/>
            <a:ext cx="4480560" cy="37337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443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429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81AE08-7FAC-4698-880E-24B2619E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25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2" y="1462088"/>
            <a:ext cx="3124201" cy="1966912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685800"/>
            <a:ext cx="64770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1" y="3429000"/>
            <a:ext cx="3124201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639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gray">
          <a:xfrm>
            <a:off x="7313612" y="0"/>
            <a:ext cx="4191002" cy="6858000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>
          <a:xfrm>
            <a:off x="74660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3522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2" y="1643063"/>
            <a:ext cx="3124201" cy="277653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Rectangle 14"/>
          <p:cNvSpPr/>
          <p:nvPr/>
        </p:nvSpPr>
        <p:spPr bwMode="gray">
          <a:xfrm rot="120000">
            <a:off x="654916" y="532501"/>
            <a:ext cx="6103614" cy="5715899"/>
          </a:xfrm>
          <a:prstGeom prst="rect">
            <a:avLst/>
          </a:prstGeom>
          <a:solidFill>
            <a:schemeClr val="bg1"/>
          </a:solidFill>
          <a:ln w="190500">
            <a:noFill/>
            <a:miter lim="800000"/>
          </a:ln>
          <a:effectLst>
            <a:outerShdw blurRad="88900" algn="ctr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 bwMode="gray">
          <a:xfrm>
            <a:off x="745586" y="609600"/>
            <a:ext cx="5914664" cy="5562600"/>
          </a:xfrm>
          <a:solidFill>
            <a:srgbClr val="FFFFFF">
              <a:shade val="85000"/>
            </a:srgbClr>
          </a:solidFill>
          <a:ln w="152400" cap="flat" cmpd="sng">
            <a:solidFill>
              <a:srgbClr val="FFFFFF"/>
            </a:solidFill>
            <a:miter lim="800000"/>
          </a:ln>
          <a:effectLst>
            <a:outerShdw blurRad="88900" sx="101000" sy="101000" algn="tl" rotWithShape="0">
              <a:schemeClr val="accent1">
                <a:lumMod val="50000"/>
                <a:alpha val="15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5400" h="19050"/>
            <a:contourClr>
              <a:srgbClr val="FFFFFF"/>
            </a:contourClr>
          </a:sp3d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2" y="4423913"/>
            <a:ext cx="3124201" cy="174828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pPr/>
              <a:t>4/16/2026</a:t>
            </a:fld>
            <a:endParaRPr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547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487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18612" y="685801"/>
            <a:ext cx="18288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3" y="685800"/>
            <a:ext cx="79247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D76A-AFCE-4D96-B917-CBEF96F7D1EB}" type="datetimeFigureOut">
              <a:rPr lang="en-US"/>
              <a:t>4/16/2026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965E-3C11-4F28-82DC-E30D63FAC43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22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684211" y="0"/>
            <a:ext cx="10820402" cy="6858000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effectLst>
            <a:outerShdw blurRad="88900" sx="101000" sy="101000" algn="ctr" rotWithShape="0">
              <a:schemeClr val="accent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8366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352212" y="0"/>
            <a:ext cx="0" cy="6858000"/>
          </a:xfrm>
          <a:prstGeom prst="line">
            <a:avLst/>
          </a:prstGeom>
          <a:noFill/>
          <a:ln w="19050">
            <a:solidFill>
              <a:schemeClr val="accent3">
                <a:lumMod val="50000"/>
                <a:alpha val="1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319088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643063"/>
            <a:ext cx="9144000" cy="452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07885" y="6400801"/>
            <a:ext cx="6796327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6612" y="6400801"/>
            <a:ext cx="11676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53D76A-AFCE-4D96-B917-CBEF96F7D1EB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2012" y="6400801"/>
            <a:ext cx="9144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25A965E-3C11-4F28-82DC-E30D63FAC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3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0" r:id="rId4"/>
    <p:sldLayoutId id="214748366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INDIAN STREET FOOD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88851" y="5940247"/>
            <a:ext cx="9144000" cy="457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C95F0455-28D5-4E08-ADFE-261381582E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6" r="10896"/>
          <a:stretch>
            <a:fillRect/>
          </a:stretch>
        </p:blipFill>
        <p:spPr>
          <a:xfrm>
            <a:off x="1642772" y="918675"/>
            <a:ext cx="2592388" cy="3314700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C47896C-D34F-48CA-9337-D06E97C7E6D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6" r="25936"/>
          <a:stretch>
            <a:fillRect/>
          </a:stretch>
        </p:blipFill>
        <p:spPr>
          <a:xfrm>
            <a:off x="4797425" y="917575"/>
            <a:ext cx="2592388" cy="3314700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70F2E2C7-A3EB-4C62-AB4E-01EBF2D11A8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8" b="735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3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1844" y="1052736"/>
            <a:ext cx="9360024" cy="1368152"/>
          </a:xfrm>
        </p:spPr>
        <p:txBody>
          <a:bodyPr/>
          <a:lstStyle/>
          <a:p>
            <a:r>
              <a:rPr lang="en-US" dirty="0"/>
              <a:t>WEST AND SOUTH INDIAN  TASTE 	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12DC22-86EF-4D62-90F3-9DB47E194B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9836" y="2717816"/>
            <a:ext cx="7200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Hustle (West):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Mumbai’s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Vada Pav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ultimate "grab-and-go" food for a busy city.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Pav Bhaji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go-to comfort meal.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Crispy Heritage (South):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Focused on fermented rice/lentil batters. 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Dosa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evolved from simple potato fillings to "99 varieties" including cheese and paneer.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Flavor Profile: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Coconut, curry leaves, and mustard seeds dominate the South.</a:t>
            </a:r>
          </a:p>
        </p:txBody>
      </p:sp>
    </p:spTree>
    <p:extLst>
      <p:ext uri="{BB962C8B-B14F-4D97-AF65-F5344CB8AC3E}">
        <p14:creationId xmlns:p14="http://schemas.microsoft.com/office/powerpoint/2010/main" val="347625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NORTH INDIAN TASTE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2C92B6-31F7-4B3B-AFE9-B3CE57992B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66020" y="1926345"/>
            <a:ext cx="748883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Palette: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balance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creamy textures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 spices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cinnamon, cardamom, and cumin). It is less about "tongue-burning" heat and more about deep, savory fragrance.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Heavy 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(ghee, butter, cream, and paneer) and a preference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wheat-based breads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(Naan, Roti, Paratha) over 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Technique: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Much of the flavor comes from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Tandoor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(clay oven), which adds a distinct smoky char to meats and breads.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 Taste: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"Golden Trio" of onion, tomato, and ginger-garlic paste forms the base of almost every iconic gravy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57879FE-5D83-459D-B826-14A9B51417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7" r="132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2134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EAST INDIAN TASTE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B0F0BC4-2AE5-4D75-8AE0-2F2BF790ED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" b="4679"/>
          <a:stretch>
            <a:fillRect/>
          </a:stretch>
        </p:blipFill>
        <p:spPr/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EB95A7D-3E87-41C7-8C27-715E50A10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5612" y="1785447"/>
            <a:ext cx="6773664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Palette: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unique balance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sweet and tart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characterized by the sharp kick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mustard oil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 aromatic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Panch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Phoron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(five-spice blend).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Primarily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rice-based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centered around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freshwater fish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greens. It is generally lighter and less oily than North Indian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Technique: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Focuses on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steaming, boiling, and fermenting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Panta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Bhat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preserve natural flavors.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 Taste: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use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poppy seeds (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creaminess and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0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MADE </a:t>
            </a:r>
            <a:r>
              <a:rPr lang="en-US"/>
              <a:t>BY :</a:t>
            </a:r>
            <a:r>
              <a:rPr lang="en-US" dirty="0"/>
              <a:t> </a:t>
            </a:r>
            <a:r>
              <a:rPr lang="en-US"/>
              <a:t>SHARAD </a:t>
            </a:r>
            <a:r>
              <a:rPr lang="en-US" dirty="0"/>
              <a:t>SHETTAR</a:t>
            </a:r>
          </a:p>
          <a:p>
            <a:r>
              <a:rPr lang="en-US" dirty="0"/>
              <a:t>                  VEDANT JADHAV</a:t>
            </a:r>
          </a:p>
        </p:txBody>
      </p:sp>
    </p:spTree>
    <p:extLst>
      <p:ext uri="{BB962C8B-B14F-4D97-AF65-F5344CB8AC3E}">
        <p14:creationId xmlns:p14="http://schemas.microsoft.com/office/powerpoint/2010/main" val="313152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Food Gourmet 16x9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3_win32_fixed.potx" id="{3A171B6B-FFBA-48A8-BE98-1B46F94E36D4}" vid="{74A41B82-4C0A-4DF4-B737-4621C74F1EE8}"/>
    </a:ext>
  </a:extLst>
</a:theme>
</file>

<file path=ppt/theme/theme2.xml><?xml version="1.0" encoding="utf-8"?>
<a:theme xmlns:a="http://schemas.openxmlformats.org/drawingml/2006/main" name="Office Theme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FoodGourmet">
      <a:dk1>
        <a:srgbClr val="4D0511"/>
      </a:dk1>
      <a:lt1>
        <a:sysClr val="window" lastClr="FFFFFF"/>
      </a:lt1>
      <a:dk2>
        <a:srgbClr val="000000"/>
      </a:dk2>
      <a:lt2>
        <a:srgbClr val="DDDDDD"/>
      </a:lt2>
      <a:accent1>
        <a:srgbClr val="CA2A1E"/>
      </a:accent1>
      <a:accent2>
        <a:srgbClr val="EE6612"/>
      </a:accent2>
      <a:accent3>
        <a:srgbClr val="EBA61D"/>
      </a:accent3>
      <a:accent4>
        <a:srgbClr val="70A22E"/>
      </a:accent4>
      <a:accent5>
        <a:srgbClr val="359986"/>
      </a:accent5>
      <a:accent6>
        <a:srgbClr val="8159A4"/>
      </a:accent6>
      <a:hlink>
        <a:srgbClr val="3777BD"/>
      </a:hlink>
      <a:folHlink>
        <a:srgbClr val="B2B2B2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Food - preparation to presentation (widescreen)</Template>
  <TotalTime>30</TotalTime>
  <Words>339</Words>
  <Application>Microsoft Office PowerPoint</Application>
  <PresentationFormat>Custom</PresentationFormat>
  <Paragraphs>21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Cambria</vt:lpstr>
      <vt:lpstr>Food Gourmet 16x9</vt:lpstr>
      <vt:lpstr>INDIAN STREET FOOD </vt:lpstr>
      <vt:lpstr>WEST AND SOUTH INDIAN  TASTE  </vt:lpstr>
      <vt:lpstr>NORTH INDIAN TASTE </vt:lpstr>
      <vt:lpstr>EAST INDIAN TASTE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STREET FOOD</dc:title>
  <dc:creator>KHS</dc:creator>
  <cp:lastModifiedBy>KSH</cp:lastModifiedBy>
  <cp:revision>6</cp:revision>
  <dcterms:created xsi:type="dcterms:W3CDTF">2026-04-16T05:49:43Z</dcterms:created>
  <dcterms:modified xsi:type="dcterms:W3CDTF">2026-04-16T07:33:35Z</dcterms:modified>
</cp:coreProperties>
</file>